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83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0" y="7034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46514" y="457199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46514" y="1417319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Learning Platform with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DevOps &amp; Cloud Integration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 Stack: Python  ·  Streamlit  ·  Docker  ·  Jenkins  ·  Terraform  ·  Kubernetes  ·  AWS  ·  Prometheus  ·  Grafana</a:t>
            </a:r>
            <a:endParaRPr lang="en-US" sz="9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9D0922-C0D2-4BF3-82FE-6FD5246E25B8}"/>
              </a:ext>
            </a:extLst>
          </p:cNvPr>
          <p:cNvSpPr txBox="1"/>
          <p:nvPr/>
        </p:nvSpPr>
        <p:spPr>
          <a:xfrm>
            <a:off x="1202785" y="2595488"/>
            <a:ext cx="3094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Rahul Tyagi</a:t>
            </a:r>
          </a:p>
          <a:p>
            <a:r>
              <a:rPr lang="en-US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12319156</a:t>
            </a:r>
          </a:p>
          <a:p>
            <a:r>
              <a:rPr lang="en-US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Code: INT377</a:t>
            </a:r>
          </a:p>
          <a:p>
            <a:r>
              <a:rPr lang="en-US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 Ms. Arshiya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Study Buddy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 |  Rahul Tyagi  |  2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14800" cy="11887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Study Buddy?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educational assistant platform that helps students interact with AI for learning support, doubt solving, and academic guidance.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2057400" cy="2898648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1828800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AI-powered study platform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professional DevOps workflow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deployment process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performance in real time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scalable infrastructure on AWS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2240280"/>
            <a:ext cx="1920240" cy="23774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060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integration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Streamlit-based UI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architecture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Interface</a:t>
            </a:r>
            <a:endParaRPr lang="en-US" sz="10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0740465-2AF3-2A34-3916-C3AE044AA796}"/>
              </a:ext>
            </a:extLst>
          </p:cNvPr>
          <p:cNvSpPr/>
          <p:nvPr/>
        </p:nvSpPr>
        <p:spPr>
          <a:xfrm>
            <a:off x="4930725" y="935505"/>
            <a:ext cx="3798277" cy="3657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Traditional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3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24489" y="960120"/>
            <a:ext cx="2560320" cy="34747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1649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Problems Faced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1649" y="137160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deployment processes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application scaling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monitoring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downtime during updates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90787" y="995285"/>
            <a:ext cx="2071461" cy="1754949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78707" y="104100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DevOps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24425" y="1333614"/>
            <a:ext cx="1786601" cy="123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deployment methods are slow and error-prone. Modern apps require automation, scalability, reliability, and continuous monitoring.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2292" y="970670"/>
            <a:ext cx="2286000" cy="263347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0892" y="101639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0892" y="1336430"/>
            <a:ext cx="1920240" cy="2080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for containerization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for CI/CD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for infrastructure automation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for orchestration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&amp; Grafana for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4 / 15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937760" cy="3840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&amp;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Multi-Container Mgmt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 as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&amp; Grafana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914400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77840" y="914400"/>
            <a:ext cx="640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715000" y="95097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1435608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577840" y="1435608"/>
            <a:ext cx="64008" cy="45720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15000" y="14721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16733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containerization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1956816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577840" y="1956816"/>
            <a:ext cx="64008" cy="457200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15000" y="19933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21945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pipeline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577840" y="2478024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5577840" y="2478024"/>
            <a:ext cx="64008" cy="457200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715000" y="251460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715000" y="27157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automation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999232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577840" y="2999232"/>
            <a:ext cx="64008" cy="457200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715000" y="30358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715000" y="323697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3520440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5577840" y="3520440"/>
            <a:ext cx="6400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715000" y="3557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715000" y="375818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77840" y="4041648"/>
            <a:ext cx="3200400" cy="4572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5577840" y="4041648"/>
            <a:ext cx="64008" cy="4572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5715000" y="40782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715000" y="42793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5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29184" cy="713232"/>
          </a:xfrm>
          <a:prstGeom prst="rect">
            <a:avLst/>
          </a:prstGeom>
          <a:solidFill>
            <a:srgbClr val="00C2FF">
              <a:alpha val="80000"/>
            </a:srgbClr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96012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329184" cy="71323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9808" y="17830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 triggers automatically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329184" cy="713232"/>
          </a:xfrm>
          <a:prstGeom prst="rect">
            <a:avLst/>
          </a:prstGeom>
          <a:solidFill>
            <a:srgbClr val="2496ED">
              <a:alpha val="80000"/>
            </a:srgbClr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60604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26060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gets built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329184" cy="7132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" y="34290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deployed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97480" y="96012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97480" y="960120"/>
            <a:ext cx="329184" cy="713232"/>
          </a:xfrm>
          <a:prstGeom prst="rect">
            <a:avLst/>
          </a:prstGeom>
          <a:solidFill>
            <a:srgbClr val="7B42BC">
              <a:alpha val="80000"/>
            </a:srgbClr>
          </a:solidFill>
          <a:ln w="12700">
            <a:solidFill>
              <a:srgbClr val="7B4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697480" y="96012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081528" y="96012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AWS resources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178308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697480" y="1783080"/>
            <a:ext cx="329184" cy="713232"/>
          </a:xfrm>
          <a:prstGeom prst="rect">
            <a:avLst/>
          </a:prstGeom>
          <a:solidFill>
            <a:srgbClr val="326CE5">
              <a:alpha val="80000"/>
            </a:srgbClr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697480" y="178308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081528" y="178308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manages containers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260604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97480" y="2606040"/>
            <a:ext cx="329184" cy="7132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697480" y="260604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081528" y="26060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collects metrics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97480" y="3429000"/>
            <a:ext cx="2103120" cy="71323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697480" y="3429000"/>
            <a:ext cx="329184" cy="713232"/>
          </a:xfrm>
          <a:prstGeom prst="rect">
            <a:avLst/>
          </a:prstGeom>
          <a:solidFill>
            <a:srgbClr val="F46800">
              <a:alpha val="80000"/>
            </a:srgbClr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697480" y="3429000"/>
            <a:ext cx="3291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81528" y="342900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displays dashboards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315968"/>
            <a:ext cx="4434840" cy="5029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57200" y="43159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AWS EC2 Ubuntu  ·  20 GB EBS  ·  Dockerized Services  ·  Kubernetes Cluster  ·  Monitoring Stack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0" y="960120"/>
            <a:ext cx="3794760" cy="3858768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029200" y="960120"/>
            <a:ext cx="3794760" cy="3858768"/>
          </a:xfrm>
          <a:prstGeom prst="rect">
            <a:avLst/>
          </a:prstGeom>
          <a:solidFill>
            <a:schemeClr val="bg1"/>
          </a:solid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08CE2FA-156A-CBEF-0CAB-AC54E8B81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86" y="960119"/>
            <a:ext cx="3667770" cy="3745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Repository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6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19202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Used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development in VS Code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 for version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hosting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Branch-based 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99232"/>
            <a:ext cx="2743200" cy="132588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044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5584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"Initial Commit"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1737360" cy="30175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005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325880"/>
            <a:ext cx="1463040" cy="2386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960120"/>
            <a:ext cx="3703320" cy="16459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120640" y="960120"/>
            <a:ext cx="3703320" cy="336499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Containerization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7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6858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the application and its dependencies together for portability and consistency across environments.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2011680" cy="13716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Components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148840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783080"/>
            <a:ext cx="2057400" cy="1819656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Used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2148840"/>
          <a:ext cx="1828800" cy="1295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3805313"/>
            <a:ext cx="4206240" cy="10058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02920" y="3851033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Commands Used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4143641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ai-study-buddy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8501:8501 ai-study-buddy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459524"/>
            <a:ext cx="4023360" cy="19378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Multi-Container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8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03120" cy="18288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Configured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960120"/>
            <a:ext cx="2103120" cy="18288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743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Benefits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316736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multi-container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networking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command deployment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2103120" cy="91440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26440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2926080"/>
            <a:ext cx="2103120" cy="1499616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0" y="2971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264408"/>
            <a:ext cx="1828800" cy="918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conflicts 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Updated compose config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 on device 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Expanded EBS volume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conflicts  </a:t>
            </a: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Removed orphan containers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960120"/>
            <a:ext cx="3840480" cy="333756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937760" y="960120"/>
            <a:ext cx="3840480" cy="346557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Continuous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D33833"/>
          </a:solidFill>
          <a:ln w="12700">
            <a:solidFill>
              <a:srgbClr val="D338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9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286000" cy="2834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33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011680" cy="402336"/>
          </a:xfrm>
          <a:prstGeom prst="rect">
            <a:avLst/>
          </a:prstGeom>
          <a:solidFill>
            <a:srgbClr val="1E2A3A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1371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Source Code Fetch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201168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84708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Docker Build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22576"/>
            <a:ext cx="2011680" cy="402336"/>
          </a:xfrm>
          <a:prstGeom prst="rect">
            <a:avLst/>
          </a:prstGeom>
          <a:solidFill>
            <a:srgbClr val="1E2A3A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322576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Image Deployment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98064"/>
            <a:ext cx="2011680" cy="402336"/>
          </a:xfrm>
          <a:prstGeom prst="rect">
            <a:avLst/>
          </a:prstGeom>
          <a:solidFill>
            <a:srgbClr val="161B22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279806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Container Verification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2011680" cy="402336"/>
          </a:xfrm>
          <a:prstGeom prst="rect">
            <a:avLst/>
          </a:prstGeom>
          <a:solidFill>
            <a:srgbClr val="1E2A3A"/>
          </a:solidFill>
          <a:ln w="635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3273552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Monitoring Integration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960120"/>
            <a:ext cx="2057400" cy="150876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9718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Plugins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71800" y="1316736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Plugin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Plugin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Plugin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 Plugin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2606040"/>
            <a:ext cx="2057400" cy="12344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718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71800" y="29626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errors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526280" cy="548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931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8081:8080 jenkins/jenkins:lts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4920" y="960120"/>
            <a:ext cx="3749040" cy="35204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74920" y="960119"/>
            <a:ext cx="3749040" cy="352043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Setup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10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94560" cy="14173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2194560" cy="1911096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Configuration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926957"/>
              </p:ext>
            </p:extLst>
          </p:nvPr>
        </p:nvGraphicFramePr>
        <p:xfrm>
          <a:off x="502920" y="2852928"/>
          <a:ext cx="201168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t3.small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24.04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ap-south-1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743200" y="960120"/>
            <a:ext cx="2011680" cy="210312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880360" y="1005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Ports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80360" y="1316736"/>
          <a:ext cx="1783080" cy="16459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937760" y="960120"/>
            <a:ext cx="3886200" cy="333756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937760" y="960120"/>
            <a:ext cx="3886200" cy="339242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7B42BC"/>
          </a:solidFill>
          <a:ln w="12700">
            <a:solidFill>
              <a:srgbClr val="7B42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11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990578" y="960120"/>
            <a:ext cx="4389120" cy="59436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27738" y="9601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Terraform?  —  Terraform automates cloud infrastructure provisioning, making it version-controlled, repeatable, and reusable.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0578" y="1691640"/>
            <a:ext cx="2103120" cy="19202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27738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4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27738" y="2057400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.tf configuration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Initialize Terraform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configuration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Apply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30858" y="1691640"/>
            <a:ext cx="2148840" cy="19202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68018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68018" y="2057400"/>
            <a:ext cx="1920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init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validate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plan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90578" y="3749040"/>
            <a:ext cx="4389120" cy="548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127738" y="3749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 Automated provisioning  ·  Reusable infrastructure  ·  Version-controlled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326CE5"/>
          </a:solidFill>
          <a:ln w="1270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12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94560" cy="1691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Setup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16736"/>
          <a:ext cx="192024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Node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0" y="960120"/>
            <a:ext cx="2057400" cy="1691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8803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Features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880360" y="1316736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capability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containers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788920"/>
            <a:ext cx="4434840" cy="10058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10"/>
          <p:cNvSpPr/>
          <p:nvPr/>
        </p:nvSpPr>
        <p:spPr>
          <a:xfrm>
            <a:off x="502920" y="28346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Used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3127248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deployment.yml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83480" y="960120"/>
            <a:ext cx="3840480" cy="2834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983480" y="960120"/>
            <a:ext cx="3840480" cy="28346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13 /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194560" cy="19202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system metrics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containers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CPU and memory usage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960120"/>
            <a:ext cx="2057400" cy="19202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8036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1316736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434840" cy="1261872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Used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55848"/>
          <a:ext cx="420624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6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68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http://IP:3000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http://IP:9090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983480" y="960120"/>
            <a:ext cx="3840480" cy="2834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983480" y="960120"/>
            <a:ext cx="3840480" cy="331927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C8CE92-FCFF-52D3-142F-B3391534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" b="9"/>
          <a:stretch/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76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During Development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14 / 15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67298"/>
              </p:ext>
            </p:extLst>
          </p:nvPr>
        </p:nvGraphicFramePr>
        <p:xfrm>
          <a:off x="2072160" y="914400"/>
          <a:ext cx="4846320" cy="27523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permission denied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user to docker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conflicts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compose configuration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space left on device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EBS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Jenkins container exit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Restarted container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 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Opened required 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conflicts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orphan containers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72160" y="4251960"/>
            <a:ext cx="4846320" cy="548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09320" y="4251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 Real-world DevOps requires troubleshooting, debugging, and infrastructure optimization.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Study Buddy |  Rahul Tyagi  |  15 /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9875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261872"/>
            <a:ext cx="2331720" cy="1691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31720" y="1298448"/>
            <a:ext cx="20574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AI platform on AWS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DevOps lifecycle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enabled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industry-level workflow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987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1965960" cy="1691640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298448"/>
            <a:ext cx="1737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3063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3337560"/>
            <a:ext cx="4434840" cy="1152144"/>
          </a:xfrm>
          <a:prstGeom prst="rect">
            <a:avLst/>
          </a:prstGeom>
          <a:solidFill>
            <a:srgbClr val="0F1F35"/>
          </a:solidFill>
          <a:ln w="6350">
            <a:solidFill>
              <a:srgbClr val="2D374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31720" y="3374136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domain integration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Kubernetes cluster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implementation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736592"/>
            <a:ext cx="9144000" cy="1645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1009</Words>
  <Application>Microsoft Office PowerPoint</Application>
  <PresentationFormat>On-screen Show (16:9)</PresentationFormat>
  <Paragraphs>322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Buddy Pro</dc:title>
  <dc:subject>PptxGenJS Presentation</dc:subject>
  <dc:creator>Rahul Tyagi</dc:creator>
  <cp:lastModifiedBy>Rahul Tyagi</cp:lastModifiedBy>
  <cp:revision>16</cp:revision>
  <dcterms:created xsi:type="dcterms:W3CDTF">2026-05-28T18:40:03Z</dcterms:created>
  <dcterms:modified xsi:type="dcterms:W3CDTF">2026-05-29T05:50:12Z</dcterms:modified>
</cp:coreProperties>
</file>